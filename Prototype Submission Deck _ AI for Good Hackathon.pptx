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Noto Sans SemiBold"/>
      <p:regular r:id="rId19"/>
      <p:bold r:id="rId20"/>
      <p:italic r:id="rId21"/>
      <p:boldItalic r:id="rId22"/>
    </p:embeddedFont>
    <p:embeddedFont>
      <p:font typeface="No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emiBold-bold.fntdata"/><Relationship Id="rId22" Type="http://schemas.openxmlformats.org/officeDocument/2006/relationships/font" Target="fonts/NotoSansSemiBold-boldItalic.fntdata"/><Relationship Id="rId21" Type="http://schemas.openxmlformats.org/officeDocument/2006/relationships/font" Target="fonts/NotoSansSemiBold-italic.fntdata"/><Relationship Id="rId24" Type="http://schemas.openxmlformats.org/officeDocument/2006/relationships/font" Target="fonts/NotoSans-bold.fntdata"/><Relationship Id="rId23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boldItalic.fntdata"/><Relationship Id="rId25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NotoSansSemiBold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3d44002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3d44002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3d44002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3d44002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3d4400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83d4400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3d44002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3d44002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3d44002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3d44002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3d44002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3d44002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332b4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332b4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3d44002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3d44002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3d44002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3d44002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3d44002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3d44002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3d44002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3d44002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3d44002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3d44002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3d4400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3d4400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I for good IS S1.png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0" y="0"/>
            <a:ext cx="9144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I for good IS S1.png"/>
          <p:cNvPicPr preferRelativeResize="0"/>
          <p:nvPr/>
        </p:nvPicPr>
        <p:blipFill rotWithShape="1">
          <a:blip r:embed="rId3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Noto Sans SemiBold"/>
                <a:ea typeface="Noto Sans SemiBold"/>
                <a:cs typeface="Noto Sans SemiBold"/>
                <a:sym typeface="Noto Sans SemiBold"/>
              </a:rPr>
              <a:t>Team Details</a:t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>
                <a:latin typeface="Noto Sans SemiBold"/>
                <a:ea typeface="Noto Sans SemiBold"/>
                <a:cs typeface="Noto Sans SemiBold"/>
                <a:sym typeface="Noto Sans SemiBold"/>
              </a:rPr>
              <a:t>Team name: </a:t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>
                <a:latin typeface="Noto Sans SemiBold"/>
                <a:ea typeface="Noto Sans SemiBold"/>
                <a:cs typeface="Noto Sans SemiBold"/>
                <a:sym typeface="Noto Sans SemiBold"/>
              </a:rPr>
              <a:t>Team leader name: </a:t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>
                <a:latin typeface="Noto Sans SemiBold"/>
                <a:ea typeface="Noto Sans SemiBold"/>
                <a:cs typeface="Noto Sans SemiBold"/>
                <a:sym typeface="Noto Sans SemiBold"/>
              </a:rPr>
              <a:t>Problem Statement: </a:t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Brief about the idea/protoype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65350" y="701175"/>
            <a:ext cx="66471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Opportunities</a:t>
            </a:r>
            <a:br>
              <a:rPr b="1" lang="en-GB" sz="1600">
                <a:latin typeface="Noto Sans"/>
                <a:ea typeface="Noto Sans"/>
                <a:cs typeface="Noto Sans"/>
                <a:sym typeface="Noto Sans"/>
              </a:rPr>
            </a:b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How different is it from any of the other existing ideas?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How will it be able to solve the problem?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USP of the proposed solution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List of features offered by the solution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Process flow diagram or Use-case diagram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Architecture diagram of the proposed solution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Snowflake tools and technology used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Snapshots of the prototype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Estimated implementation cost (optional)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Additional Details/Future Development (if any)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GitHub and Demo video URL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AI for good IS 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